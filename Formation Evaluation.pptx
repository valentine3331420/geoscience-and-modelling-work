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5zbtyVb+7gsVnag1kKKoevhpw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Hussain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6878f0a4a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Hussain</a:t>
            </a:r>
            <a:endParaRPr/>
          </a:p>
        </p:txBody>
      </p:sp>
      <p:sp>
        <p:nvSpPr>
          <p:cNvPr id="87" name="Google Shape;87;g316878f0a4a_8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Hussain</a:t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Rashed and Valentine</a:t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Rashed and Valentine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6878f0a4a_8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6878f0a4a_8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6878f0a4a_8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6878f0a4a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6878f0a4a_8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6878f0a4a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6878f0a4a_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16878f0a4a_8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6878f0a4a_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16878f0a4a_8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6878f0a4a_8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16878f0a4a_8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95337" y="514350"/>
            <a:ext cx="7310438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Vsh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 log </a:t>
            </a:r>
            <a:r>
              <a:rPr b="0" i="0" lang="en-GB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Hussain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Neutron density log </a:t>
            </a:r>
            <a:r>
              <a:rPr b="0" i="0" lang="en-GB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Rashed/Valentine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Porosity </a:t>
            </a: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Soroosh</a:t>
            </a:r>
            <a:endParaRPr sz="20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Porosity Correction </a:t>
            </a:r>
            <a:r>
              <a:rPr lang="en-GB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Hamed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Pickett plot </a:t>
            </a:r>
            <a:r>
              <a:rPr b="0" i="0" lang="en-GB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Peerachat</a:t>
            </a:r>
            <a:endParaRPr b="0" i="0" sz="20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Archie Equation (Clean Sand Model) </a:t>
            </a:r>
            <a:r>
              <a:rPr b="0" i="0" lang="en-GB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Miguel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6878f0a4a_8_5"/>
          <p:cNvSpPr txBox="1"/>
          <p:nvPr/>
        </p:nvSpPr>
        <p:spPr>
          <a:xfrm>
            <a:off x="2440812" y="2677400"/>
            <a:ext cx="7310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Reservoir identification </a:t>
            </a:r>
            <a:endParaRPr b="1" sz="29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Volume of shale, porosity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019" y="132890"/>
            <a:ext cx="9935962" cy="659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180975" y="219075"/>
            <a:ext cx="101536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Volume of Shale Calculation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Gamma Ray log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the zonation window to be the zone of interest (11252 and 12096 ft)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GR_shale (max) and GR_matrix (min) cut-offs for our calculations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203" y="547637"/>
            <a:ext cx="3000794" cy="7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28" y="1262112"/>
            <a:ext cx="7051003" cy="5310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9572" y="42390"/>
            <a:ext cx="8992855" cy="677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180975" y="219075"/>
            <a:ext cx="101536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Volume of Shale Calculation -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Neutron density log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439" y="461548"/>
            <a:ext cx="10717121" cy="5934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5313" y="4662375"/>
            <a:ext cx="36671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6878f0a4a_8_39"/>
          <p:cNvSpPr txBox="1"/>
          <p:nvPr/>
        </p:nvSpPr>
        <p:spPr>
          <a:xfrm>
            <a:off x="3189775" y="2521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16878f0a4a_8_39"/>
          <p:cNvSpPr txBox="1"/>
          <p:nvPr/>
        </p:nvSpPr>
        <p:spPr>
          <a:xfrm>
            <a:off x="3528675" y="2641525"/>
            <a:ext cx="70674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Reservoir identification</a:t>
            </a:r>
            <a:endParaRPr b="1" sz="29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Porosity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6878f0a4a_8_2"/>
          <p:cNvSpPr txBox="1"/>
          <p:nvPr/>
        </p:nvSpPr>
        <p:spPr>
          <a:xfrm>
            <a:off x="3189775" y="2521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g316878f0a4a_8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400" y="740750"/>
            <a:ext cx="46672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16878f0a4a_8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325" y="2576125"/>
            <a:ext cx="6464413" cy="363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6878f0a4a_8_46"/>
          <p:cNvSpPr txBox="1"/>
          <p:nvPr/>
        </p:nvSpPr>
        <p:spPr>
          <a:xfrm>
            <a:off x="3189775" y="2521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g316878f0a4a_8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126" y="820663"/>
            <a:ext cx="6801201" cy="52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1895475" y="2781985"/>
            <a:ext cx="889635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Fluid identification Water saturation calculation: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Pickett plot, Archie, Waxman-Smit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6602" y="2484919"/>
            <a:ext cx="3381225" cy="391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7827" y="2219786"/>
            <a:ext cx="5601318" cy="41799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1228725" y="1238250"/>
            <a:ext cx="4000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</a:t>
            </a:r>
            <a:r>
              <a:rPr baseline="30000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(R</a:t>
            </a:r>
            <a:r>
              <a:rPr baseline="-25000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/R</a:t>
            </a:r>
            <a:r>
              <a:rPr baseline="-25000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)*𝜙</a:t>
            </a:r>
            <a:r>
              <a:rPr baseline="30000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285" y="279399"/>
            <a:ext cx="3575489" cy="611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65" y="213864"/>
            <a:ext cx="12146070" cy="643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16878f0a4a_8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525" y="955825"/>
            <a:ext cx="6652001" cy="57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16878f0a4a_8_13"/>
          <p:cNvSpPr txBox="1"/>
          <p:nvPr/>
        </p:nvSpPr>
        <p:spPr>
          <a:xfrm>
            <a:off x="1086625" y="1203750"/>
            <a:ext cx="533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</a:t>
            </a:r>
            <a:r>
              <a:rPr baseline="30000" lang="en-GB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-n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(1/a)(R</a:t>
            </a:r>
            <a:r>
              <a:rPr baseline="-25000" lang="en-GB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/R</a:t>
            </a:r>
            <a:r>
              <a:rPr baseline="-25000" lang="en-GB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)*𝜙</a:t>
            </a:r>
            <a:r>
              <a:rPr baseline="30000" lang="en-GB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aseline="30000"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16878f0a4a_8_13"/>
          <p:cNvSpPr txBox="1"/>
          <p:nvPr/>
        </p:nvSpPr>
        <p:spPr>
          <a:xfrm>
            <a:off x="159600" y="2163800"/>
            <a:ext cx="53328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Tortuosity factor (assumed = 1.0 in clean formation)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Cementation exponent (1.8)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Saturation exponent (1.8)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16878f0a4a_8_13"/>
          <p:cNvSpPr txBox="1"/>
          <p:nvPr/>
        </p:nvSpPr>
        <p:spPr>
          <a:xfrm>
            <a:off x="119725" y="5881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Archie equation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16878f0a4a_8_13"/>
          <p:cNvSpPr txBox="1"/>
          <p:nvPr/>
        </p:nvSpPr>
        <p:spPr>
          <a:xfrm>
            <a:off x="159600" y="3688150"/>
            <a:ext cx="5332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φ = Porosity Density/Neutron log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Rt = True formation resistivity (Ωm) Uninvaded Zone (Deep Resistivity Log) 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Rw = Formation water resistivity (Ωm) Produced water analysis</a:t>
            </a:r>
            <a:endParaRPr sz="1800"/>
          </a:p>
        </p:txBody>
      </p:sp>
      <p:pic>
        <p:nvPicPr>
          <p:cNvPr id="168" name="Google Shape;168;g316878f0a4a_8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6120" y="3948900"/>
            <a:ext cx="3757016" cy="13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6878f0a4a_8_18"/>
          <p:cNvSpPr txBox="1"/>
          <p:nvPr/>
        </p:nvSpPr>
        <p:spPr>
          <a:xfrm>
            <a:off x="434900" y="231950"/>
            <a:ext cx="113772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of Pickett plot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 saturation can be predicted without prior knowledge of Rw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 of Pickett Plot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Pickett plot is its inability to handle shaly formation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16878f0a4a_8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275" y="2367700"/>
            <a:ext cx="4688353" cy="32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16878f0a4a_8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699" y="2297925"/>
            <a:ext cx="5901900" cy="417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16878f0a4a_8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450" y="262050"/>
            <a:ext cx="9877425" cy="64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732" y="286239"/>
            <a:ext cx="4328535" cy="62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2024-11-19T11:18:18Z</dcterms:created>
  <dc:creator>Miguel</dc:creator>
</cp:coreProperties>
</file>